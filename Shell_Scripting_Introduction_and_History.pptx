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0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97"/>
    <p:restoredTop sz="94705"/>
  </p:normalViewPr>
  <p:slideViewPr>
    <p:cSldViewPr snapToGrid="0" snapToObjects="1">
      <p:cViewPr varScale="1">
        <p:scale>
          <a:sx n="103" d="100"/>
          <a:sy n="103" d="100"/>
        </p:scale>
        <p:origin x="184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449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150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16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61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877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61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81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28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436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194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789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35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paspm/shell_programming.git" TargetMode="External"/><Relationship Id="rId2" Type="http://schemas.openxmlformats.org/officeDocument/2006/relationships/hyperlink" Target="https://github.com/jpasp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logicopslab/BashScripting.git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Shell Scripting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Introduction and History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Shell?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Command-line interpreter</a:t>
            </a:r>
          </a:p>
          <a:p>
            <a:r>
              <a:t>Interface between user and kernel</a:t>
            </a:r>
          </a:p>
          <a:p>
            <a:r>
              <a:t>Executes commands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Shell Scripting?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Sequence of shell commands</a:t>
            </a:r>
          </a:p>
          <a:p>
            <a:r>
              <a:t>Saved in a script file</a:t>
            </a:r>
          </a:p>
          <a:p>
            <a:r>
              <a:t>Used for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Shell Scripting?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administration</a:t>
            </a:r>
          </a:p>
          <a:p>
            <a:r>
              <a:t>Task automation</a:t>
            </a:r>
          </a:p>
          <a:p>
            <a:r>
              <a:t>File &amp; process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Shell Scripting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Interpreted language</a:t>
            </a:r>
          </a:p>
          <a:p>
            <a:r>
              <a:t>Lightweight</a:t>
            </a:r>
          </a:p>
          <a:p>
            <a:r>
              <a:t>Powerful text 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UNIX 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at AT&amp;T Bell Labs</a:t>
            </a:r>
          </a:p>
          <a:p>
            <a:r>
              <a:t>First shell by Ken Thompson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Bourne Shell (sh)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by Stephen Bourne</a:t>
            </a:r>
          </a:p>
          <a:p>
            <a:r>
              <a:t>Introduced scripting, pipes, redirection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Shell (csh)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by Bill Joy</a:t>
            </a:r>
          </a:p>
          <a:p>
            <a:r>
              <a:t>C-like syntax</a:t>
            </a:r>
          </a:p>
          <a:p>
            <a:r>
              <a:t>Job control and 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Korn Shell (ksh)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by David Korn</a:t>
            </a:r>
          </a:p>
          <a:p>
            <a:r>
              <a:t>Advanced scripting features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Bourne Again Shell (bash)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for GNU Project</a:t>
            </a:r>
          </a:p>
          <a:p>
            <a:r>
              <a:t>Default Linux shell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Shells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zsh – plugins &amp; customization</a:t>
            </a:r>
          </a:p>
          <a:p>
            <a:r>
              <a:t>fish – user friendly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 → csh → ksh → bash → zsh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Shell Scripting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DevOps</a:t>
            </a:r>
          </a:p>
          <a:p>
            <a:r>
              <a:t>Cloud automation</a:t>
            </a:r>
          </a:p>
          <a:p>
            <a:r>
              <a:t>CI/CD pipelines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sz="3600" dirty="0">
                <a:hlinkClick r:id="rId2"/>
              </a:rPr>
              <a:t>https://github.com/jpaspm</a:t>
            </a:r>
            <a:endParaRPr lang="en-IN" sz="3600" dirty="0"/>
          </a:p>
          <a:p>
            <a:r>
              <a:rPr lang="en-IN" sz="3600" dirty="0">
                <a:hlinkClick r:id="rId3"/>
              </a:rPr>
              <a:t>https://github.com/jpaspm/shell_programming.git</a:t>
            </a:r>
            <a:endParaRPr lang="en-IN" sz="3600" dirty="0"/>
          </a:p>
          <a:p>
            <a:r>
              <a:rPr lang="en-IN" sz="3600" dirty="0">
                <a:hlinkClick r:id="rId4"/>
              </a:rPr>
              <a:t>https://github.com/logicopslab/BashScripting.git</a:t>
            </a:r>
            <a:endParaRPr lang="en-IN" sz="3600" dirty="0"/>
          </a:p>
          <a:p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1862974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D3830-38CF-1688-987F-F991502C1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links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0BCED10-90E4-0A83-2F27-37EC16AC8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22" y="2731325"/>
            <a:ext cx="3034145" cy="30341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75ED2AE-D2C2-4535-2861-2CE0FEB70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498" y="2731324"/>
            <a:ext cx="3034146" cy="303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235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Shell scripting is foundational</a:t>
            </a:r>
          </a:p>
          <a:p>
            <a:r>
              <a:t>Still widely used today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{1C56BE13-E4BA-3744-8775-32F73419B966}tf10001070</Template>
  <TotalTime>1170</TotalTime>
  <Words>203</Words>
  <Application>Microsoft Macintosh PowerPoint</Application>
  <PresentationFormat>On-screen Show (4:3)</PresentationFormat>
  <Paragraphs>52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Rockwell</vt:lpstr>
      <vt:lpstr>Rockwell Condensed</vt:lpstr>
      <vt:lpstr>Rockwell Extra Bold</vt:lpstr>
      <vt:lpstr>Wingdings</vt:lpstr>
      <vt:lpstr>Wood Type</vt:lpstr>
      <vt:lpstr>Shell Scripting</vt:lpstr>
      <vt:lpstr>What is a Shell?</vt:lpstr>
      <vt:lpstr>What is Shell Scripting?</vt:lpstr>
      <vt:lpstr>Why Shell Scripting?</vt:lpstr>
      <vt:lpstr>Features of Shell Scripting</vt:lpstr>
      <vt:lpstr>Early UNIX Era</vt:lpstr>
      <vt:lpstr>Bourne Shell (sh)</vt:lpstr>
      <vt:lpstr>C Shell (csh)</vt:lpstr>
      <vt:lpstr>Korn Shell (ksh)</vt:lpstr>
      <vt:lpstr>Bourne Again Shell (bash)</vt:lpstr>
      <vt:lpstr>Modern Shells</vt:lpstr>
      <vt:lpstr>Evolution Timeline</vt:lpstr>
      <vt:lpstr>Shell Scripting Today</vt:lpstr>
      <vt:lpstr>RESOURCES</vt:lpstr>
      <vt:lpstr>Git links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Scripting</dc:title>
  <dc:subject/>
  <dc:creator/>
  <cp:keywords/>
  <dc:description>generated using python-pptx</dc:description>
  <cp:lastModifiedBy>Jayaprakash Subramanian</cp:lastModifiedBy>
  <cp:revision>6</cp:revision>
  <dcterms:created xsi:type="dcterms:W3CDTF">2013-01-27T09:14:16Z</dcterms:created>
  <dcterms:modified xsi:type="dcterms:W3CDTF">2026-01-31T02:12:36Z</dcterms:modified>
  <cp:category/>
</cp:coreProperties>
</file>